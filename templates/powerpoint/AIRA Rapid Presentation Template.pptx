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8" r:id="rId2"/>
    <p:sldMasterId id="2147483672" r:id="rId3"/>
    <p:sldMasterId id="2147483686" r:id="rId4"/>
  </p:sldMasterIdLst>
  <p:notesMasterIdLst>
    <p:notesMasterId r:id="rId23"/>
  </p:notesMasterIdLst>
  <p:sldIdLst>
    <p:sldId id="262" r:id="rId5"/>
    <p:sldId id="263" r:id="rId6"/>
    <p:sldId id="266" r:id="rId7"/>
    <p:sldId id="267" r:id="rId8"/>
    <p:sldId id="265" r:id="rId9"/>
    <p:sldId id="268" r:id="rId10"/>
    <p:sldId id="269" r:id="rId11"/>
    <p:sldId id="270" r:id="rId12"/>
    <p:sldId id="271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</p:sldIdLst>
  <p:sldSz cx="12192000" cy="6858000"/>
  <p:notesSz cx="6858000" cy="9144000"/>
  <p:embeddedFontLs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Light" panose="020B0306030504020204" pitchFamily="34" charset="0"/>
      <p:regular r:id="rId28"/>
      <p: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82" autoAdjust="0"/>
    <p:restoredTop sz="84874" autoAdjust="0"/>
  </p:normalViewPr>
  <p:slideViewPr>
    <p:cSldViewPr snapToGrid="0">
      <p:cViewPr varScale="1">
        <p:scale>
          <a:sx n="132" d="100"/>
          <a:sy n="132" d="100"/>
        </p:scale>
        <p:origin x="132" y="1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0B725-B297-4A15-81AB-301DD987B88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56785-C7F0-4BD9-AA89-51B39A09E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79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the details that need to be said here.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56785-C7F0-4BD9-AA89-51B39A09EA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64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3B9C8-E4FC-295F-2D82-E69169B5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01DED-CA6C-6F01-A1B6-9095E21AC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E527F-BA80-9927-4A17-7D0DCB24F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the details that need to be said here.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32A14-FD74-5A8E-2222-51F4617CD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56785-C7F0-4BD9-AA89-51B39A09EA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6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apid - Title - Blu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20E364-7823-4BBA-84F8-7F691FBFE2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B22D3D-58D6-4054-AE47-C8D97CF6E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8055" y="1600199"/>
            <a:ext cx="8490857" cy="190976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FC920-CD8A-4196-9AC8-EB14A3D7F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8055" y="3602038"/>
            <a:ext cx="849085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AECFE-7DC7-4788-B1E7-BB9F57FD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0365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93B9FF3A-1400-4C66-B29C-6B1876BC525B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4BEA7-37F3-4EA3-B076-75B6ED21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7911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F6EE8-AE30-4B59-A4C6-57A81552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4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apid - Title - Blu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4054275-471E-4ADF-84B2-F379C88C56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B22D3D-58D6-4054-AE47-C8D97CF6E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71" y="2209797"/>
            <a:ext cx="9100458" cy="19097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FC920-CD8A-4196-9AC8-EB14A3D7F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1" y="4211636"/>
            <a:ext cx="9100458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AECFE-7DC7-4788-B1E7-BB9F57FD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863" y="6356350"/>
            <a:ext cx="2743200" cy="365125"/>
          </a:xfrm>
        </p:spPr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4BEA7-37F3-4EA3-B076-75B6ED21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90263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F6EE8-AE30-4B59-A4C6-57A81552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7914" y="6356350"/>
            <a:ext cx="2420257" cy="365125"/>
          </a:xfrm>
        </p:spPr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59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apid - Title and 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8141-7D36-4A55-A9EA-0CA3CDF8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8A0D8-F49C-43A6-B07D-89EA2F7BB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685800" indent="-457200">
              <a:buFont typeface="Arial" panose="020B0604020202020204" pitchFamily="34" charset="0"/>
              <a:buChar char="•"/>
              <a:defRPr/>
            </a:lvl1pPr>
            <a:lvl2pPr marL="1028700" indent="-342900">
              <a:buFont typeface="Arial" panose="020B0604020202020204" pitchFamily="34" charset="0"/>
              <a:buChar char="•"/>
              <a:defRPr/>
            </a:lvl2pPr>
            <a:lvl3pPr marL="1485900" indent="-342900">
              <a:buFont typeface="Arial" panose="020B0604020202020204" pitchFamily="34" charset="0"/>
              <a:buChar char="•"/>
              <a:defRPr/>
            </a:lvl3pPr>
            <a:lvl4pPr marL="1885950" indent="-285750">
              <a:buFont typeface="Arial" panose="020B0604020202020204" pitchFamily="34" charset="0"/>
              <a:buChar char="•"/>
              <a:defRPr/>
            </a:lvl4pPr>
            <a:lvl5pPr marL="23431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5964D-38A5-4D41-B101-B7DD3691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9D072-3E50-4508-BF78-78614688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AE5A8-7D1B-48ED-B025-3502987F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478314" cy="365125"/>
          </a:xfrm>
        </p:spPr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1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apid - Section - Blu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51E20B-A15A-49D1-826B-49343DE5B9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20EC50-3CA3-4846-92FB-E282CDCEE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791121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3C7F3-44D1-4FEF-A3A1-D40BB869C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87911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C8D79-A9D8-438B-9634-0DC7F9AC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7CEC7-5D5C-4D58-9746-0D773CA4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BD644-1B4D-43B7-8849-DF2DDA7B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D36B4717-7A1F-49AD-A875-835CE12061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apid - Section - Blu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7AEAD7-6E15-48FF-A062-F8D701B34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20EC50-3CA3-4846-92FB-E282CDCEE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660493" cy="285273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3C7F3-44D1-4FEF-A3A1-D40BB869C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866049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C8D79-A9D8-438B-9634-0DC7F9AC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7CEC7-5D5C-4D58-9746-0D773CA4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BD644-1B4D-43B7-8849-DF2DDA7B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68" y="6356350"/>
            <a:ext cx="2420257" cy="365125"/>
          </a:xfrm>
        </p:spPr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340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Rapid - Title and Two 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3DE8-0862-487D-AC3E-8F51AF3E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E4B0-9081-411D-A3BB-457B90A1F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685800" indent="-457200">
              <a:buFont typeface="Arial" panose="020B0604020202020204" pitchFamily="34" charset="0"/>
              <a:buChar char="•"/>
              <a:defRPr/>
            </a:lvl1pPr>
            <a:lvl2pPr marL="1028700" indent="-342900">
              <a:buFont typeface="Arial" panose="020B0604020202020204" pitchFamily="34" charset="0"/>
              <a:buChar char="•"/>
              <a:defRPr/>
            </a:lvl2pPr>
            <a:lvl3pPr marL="1485900" indent="-342900">
              <a:buFont typeface="Arial" panose="020B0604020202020204" pitchFamily="34" charset="0"/>
              <a:buChar char="•"/>
              <a:defRPr/>
            </a:lvl3pPr>
            <a:lvl4pPr marL="1885950" indent="-285750">
              <a:buFont typeface="Arial" panose="020B0604020202020204" pitchFamily="34" charset="0"/>
              <a:buChar char="•"/>
              <a:defRPr/>
            </a:lvl4pPr>
            <a:lvl5pPr marL="23431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10531-B10D-4AD8-A4DB-208E21C8C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685800" indent="-457200">
              <a:buFont typeface="Arial" panose="020B0604020202020204" pitchFamily="34" charset="0"/>
              <a:buChar char="•"/>
              <a:defRPr/>
            </a:lvl1pPr>
            <a:lvl2pPr marL="1028700" indent="-342900">
              <a:buFont typeface="Arial" panose="020B0604020202020204" pitchFamily="34" charset="0"/>
              <a:buChar char="•"/>
              <a:defRPr/>
            </a:lvl2pPr>
            <a:lvl3pPr marL="1485900" indent="-342900">
              <a:buFont typeface="Arial" panose="020B0604020202020204" pitchFamily="34" charset="0"/>
              <a:buChar char="•"/>
              <a:defRPr/>
            </a:lvl3pPr>
            <a:lvl4pPr marL="1885950" indent="-285750">
              <a:buFont typeface="Arial" panose="020B0604020202020204" pitchFamily="34" charset="0"/>
              <a:buChar char="•"/>
              <a:defRPr/>
            </a:lvl4pPr>
            <a:lvl5pPr marL="23431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BB0E8-CDA7-4936-8FC4-2E76D6B1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78A6B-0A8B-42E7-ACC8-1A87384D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24577-CF93-447E-8E5D-A8423D07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4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Rapid - Compariso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5FF6-21D0-4CDE-9E9C-83747C3C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9F385-5D93-4F3B-A6DE-7523871AF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89C54-E3AD-484A-918A-BB741F12A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marL="685800" indent="-457200">
              <a:buFont typeface="Arial" panose="020B0604020202020204" pitchFamily="34" charset="0"/>
              <a:buChar char="•"/>
              <a:defRPr/>
            </a:lvl1pPr>
            <a:lvl2pPr marL="1028700" indent="-342900">
              <a:buFont typeface="Arial" panose="020B0604020202020204" pitchFamily="34" charset="0"/>
              <a:buChar char="•"/>
              <a:defRPr/>
            </a:lvl2pPr>
            <a:lvl3pPr marL="1485900" indent="-342900">
              <a:buFont typeface="Arial" panose="020B0604020202020204" pitchFamily="34" charset="0"/>
              <a:buChar char="•"/>
              <a:defRPr/>
            </a:lvl3pPr>
            <a:lvl4pPr marL="1885950" indent="-285750">
              <a:buFont typeface="Arial" panose="020B0604020202020204" pitchFamily="34" charset="0"/>
              <a:buChar char="•"/>
              <a:defRPr/>
            </a:lvl4pPr>
            <a:lvl5pPr marL="23431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E3016-B39C-4445-90BA-0C63C0758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C45DE-546F-4CEE-BC02-2B0F41C4D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marL="685800" indent="-457200">
              <a:buFont typeface="Arial" panose="020B0604020202020204" pitchFamily="34" charset="0"/>
              <a:buChar char="•"/>
              <a:defRPr/>
            </a:lvl1pPr>
            <a:lvl2pPr marL="1028700" indent="-342900">
              <a:buFont typeface="Arial" panose="020B0604020202020204" pitchFamily="34" charset="0"/>
              <a:buChar char="•"/>
              <a:defRPr/>
            </a:lvl2pPr>
            <a:lvl3pPr marL="1485900" indent="-342900">
              <a:buFont typeface="Arial" panose="020B0604020202020204" pitchFamily="34" charset="0"/>
              <a:buChar char="•"/>
              <a:defRPr/>
            </a:lvl3pPr>
            <a:lvl4pPr marL="1885950" indent="-285750">
              <a:buFont typeface="Arial" panose="020B0604020202020204" pitchFamily="34" charset="0"/>
              <a:buChar char="•"/>
              <a:defRPr/>
            </a:lvl4pPr>
            <a:lvl5pPr marL="23431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B2CCAE-A163-4DD2-B579-6B662BC3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28E69-742E-4226-B8AB-55135A02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6F36AE-5E79-42C3-8CE8-2CE5CB97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62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apid - Title Only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8909-3BEC-4D57-93F3-34FE1181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971BA-6E90-46C5-9350-B44DBE632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07294-C7A1-4371-B089-B5E5F62A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763DB-7B19-4231-88A7-D35E03D1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4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apid - Blank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91876-ACC4-4B92-ABBB-01FF7568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AB5E9-A930-453C-B1E5-38F100E2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9BA8D-266F-4020-B718-A008853A7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9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CC81-8379-452F-A9E7-EC6BA84E8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32538-FB49-4168-825F-53FECEBC3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685800" indent="-457200">
              <a:buFont typeface="Arial" panose="020B0604020202020204" pitchFamily="34" charset="0"/>
              <a:buChar char="•"/>
              <a:defRPr sz="3200"/>
            </a:lvl1pPr>
            <a:lvl2pPr marL="1143000" indent="-457200">
              <a:buFont typeface="Arial" panose="020B0604020202020204" pitchFamily="34" charset="0"/>
              <a:buChar char="•"/>
              <a:defRPr sz="2800"/>
            </a:lvl2pPr>
            <a:lvl3pPr marL="1485900" indent="-342900">
              <a:buFont typeface="Arial" panose="020B0604020202020204" pitchFamily="34" charset="0"/>
              <a:buChar char="•"/>
              <a:defRPr sz="2400"/>
            </a:lvl3pPr>
            <a:lvl4pPr marL="1943100" indent="-342900">
              <a:buFont typeface="Arial" panose="020B0604020202020204" pitchFamily="34" charset="0"/>
              <a:buChar char="•"/>
              <a:defRPr sz="2000"/>
            </a:lvl4pPr>
            <a:lvl5pPr marL="24003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83700-8BC0-40FD-82B4-632C6FE25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B8588-1B08-4E07-8470-6C673212D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97115-F991-4A08-8B8F-EB75835C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F914A-040E-4573-B451-0B3C7633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7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07AC-18FC-4246-928F-3A468E71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1F418-3D1D-44E1-B5C8-BE479632C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6E84-728C-4820-89E7-D69813FA9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CFE22-7D94-49C6-BD1D-E80915A1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B062D-2BD3-4C20-A4B0-88EEA647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A3B5F-5036-4857-9606-D5EFD965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07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apid - Title - Gree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D5CDE0-FEAE-4E6C-B038-F3F8B3AEF0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B22D3D-58D6-4054-AE47-C8D97CF6E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8055" y="1600199"/>
            <a:ext cx="8490857" cy="190976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FC920-CD8A-4196-9AC8-EB14A3D7F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8055" y="3602038"/>
            <a:ext cx="849085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AECFE-7DC7-4788-B1E7-BB9F57FD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0365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93B9FF3A-1400-4C66-B29C-6B1876BC525B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4BEA7-37F3-4EA3-B076-75B6ED21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7911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F6EE8-AE30-4B59-A4C6-57A81552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72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apid - Title - Gree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C1D95CA-0AC4-4E24-81D6-7607214D6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B22D3D-58D6-4054-AE47-C8D97CF6E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71" y="2209797"/>
            <a:ext cx="9100458" cy="19097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FC920-CD8A-4196-9AC8-EB14A3D7F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1" y="4211636"/>
            <a:ext cx="9100458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AECFE-7DC7-4788-B1E7-BB9F57FD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863" y="6356350"/>
            <a:ext cx="2743200" cy="365125"/>
          </a:xfrm>
        </p:spPr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4BEA7-37F3-4EA3-B076-75B6ED21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90263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F6EE8-AE30-4B59-A4C6-57A81552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7914" y="6356350"/>
            <a:ext cx="2420257" cy="365125"/>
          </a:xfrm>
        </p:spPr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81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apid - Title and Content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8141-7D36-4A55-A9EA-0CA3CDF8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8A0D8-F49C-43A6-B07D-89EA2F7BB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5964D-38A5-4D41-B101-B7DD3691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9D072-3E50-4508-BF78-78614688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AE5A8-7D1B-48ED-B025-3502987F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44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apid - Section - Gree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4A4C679-C6E8-4E7C-B5C2-06A5886098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20EC50-3CA3-4846-92FB-E282CDCEE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791121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3C7F3-44D1-4FEF-A3A1-D40BB869C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87911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C8D79-A9D8-438B-9634-0DC7F9AC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7CEC7-5D5C-4D58-9746-0D773CA4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BD644-1B4D-43B7-8849-DF2DDA7B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D36B4717-7A1F-49AD-A875-835CE12061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74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apid - Section - Gree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3FE1B2B-4D9E-45CC-B7A1-E17D831486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20EC50-3CA3-4846-92FB-E282CDCEE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660493" cy="285273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3C7F3-44D1-4FEF-A3A1-D40BB869C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866049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C8D79-A9D8-438B-9634-0DC7F9AC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7CEC7-5D5C-4D58-9746-0D773CA4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BD644-1B4D-43B7-8849-DF2DDA7B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68" y="6356350"/>
            <a:ext cx="2420257" cy="365125"/>
          </a:xfrm>
        </p:spPr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863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Rapid - Title and Two Content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3DE8-0862-487D-AC3E-8F51AF3E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E4B0-9081-411D-A3BB-457B90A1F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10531-B10D-4AD8-A4DB-208E21C8C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BB0E8-CDA7-4936-8FC4-2E76D6B1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78A6B-0A8B-42E7-ACC8-1A87384D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24577-CF93-447E-8E5D-A8423D07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887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Rapid - Comparis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5FF6-21D0-4CDE-9E9C-83747C3C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9F385-5D93-4F3B-A6DE-7523871AF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89C54-E3AD-484A-918A-BB741F12A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E3016-B39C-4445-90BA-0C63C0758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C45DE-546F-4CEE-BC02-2B0F41C4D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B2CCAE-A163-4DD2-B579-6B662BC3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28E69-742E-4226-B8AB-55135A02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6F36AE-5E79-42C3-8CE8-2CE5CB97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18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apid - Title Only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8909-3BEC-4D57-93F3-34FE1181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971BA-6E90-46C5-9350-B44DBE632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07294-C7A1-4371-B089-B5E5F62A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763DB-7B19-4231-88A7-D35E03D1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151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apid - Blank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91876-ACC4-4B92-ABBB-01FF7568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AB5E9-A930-453C-B1E5-38F100E2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9BA8D-266F-4020-B718-A008853A7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10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CC81-8379-452F-A9E7-EC6BA84E8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32538-FB49-4168-825F-53FECEBC3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83700-8BC0-40FD-82B4-632C6FE25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B8588-1B08-4E07-8470-6C673212D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97115-F991-4A08-8B8F-EB75835C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F914A-040E-4573-B451-0B3C7633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596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White &amp;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07AC-18FC-4246-928F-3A468E71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1F418-3D1D-44E1-B5C8-BE479632C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6E84-728C-4820-89E7-D69813FA9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CFE22-7D94-49C6-BD1D-E80915A1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B062D-2BD3-4C20-A4B0-88EEA647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A3B5F-5036-4857-9606-D5EFD965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487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A7E66-4CE9-411A-BC72-2B59E3AFE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8BF80B-5E91-416E-A7B9-B237416D3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22747-41FD-4EC2-A9D1-21FB5523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266BC-2916-49B2-AF86-08BC7213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1C0E3-D71A-4693-8358-5F03699E9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34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2EB7C-4E7A-43ED-AFE6-9046FE7F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F8F46-09AF-417A-A4E7-25108600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21E99-F915-4628-844C-26E04DAF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8F248-7B97-454E-82E8-0114E030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6CB90-ADB4-4BC7-992B-6E44C2AB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D3DAE3-1E4B-4276-A517-778FE7FCC9B6}"/>
              </a:ext>
            </a:extLst>
          </p:cNvPr>
          <p:cNvSpPr/>
          <p:nvPr userDrawn="1"/>
        </p:nvSpPr>
        <p:spPr>
          <a:xfrm>
            <a:off x="0" y="-1"/>
            <a:ext cx="12192000" cy="182562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A2E83DC-B0D1-4D07-9B94-5CC68158A9FF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6120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5E12B3-A0A6-47CB-9339-75E38B56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524" y="120838"/>
            <a:ext cx="1355051" cy="158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263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2EB7C-4E7A-43ED-AFE6-9046FE7F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F8F46-09AF-417A-A4E7-25108600F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872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8F248-7B97-454E-82E8-0114E030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6CB90-ADB4-4BC7-992B-6E44C2AB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58A4AE2-FE20-49E0-9177-BF116C547E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D3DAE3-1E4B-4276-A517-778FE7FCC9B6}"/>
              </a:ext>
            </a:extLst>
          </p:cNvPr>
          <p:cNvSpPr/>
          <p:nvPr userDrawn="1"/>
        </p:nvSpPr>
        <p:spPr>
          <a:xfrm>
            <a:off x="0" y="-1"/>
            <a:ext cx="12192000" cy="182562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A2E83DC-B0D1-4D07-9B94-5CC68158A9FF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70682B-9D3F-4116-B59C-F9831F53E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765" y="6034531"/>
            <a:ext cx="1975673" cy="68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480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C301-40EE-4625-B772-B4EBDDFFE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405F5-6832-45FC-9EC8-9475FD670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2DDE3-9ED0-4DA7-BDE2-E258BAC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41B36-E0AD-4AE5-A57E-8DF1CBB25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45BB5-EE31-4E9B-9DA5-541B0196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401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2C98-496C-4785-9952-5641EC23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63630-A2DC-41E2-8369-9EFB61D8B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3060D-00B9-4EEE-8881-9FACE6271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2F132-7F33-490A-BCB0-12DBC12D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E68A6-7F7F-40EB-9818-16B6E8068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3E71F-7166-4057-B271-BEF959A8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3A2B38-119E-4598-8E67-CA4F51360F0D}"/>
              </a:ext>
            </a:extLst>
          </p:cNvPr>
          <p:cNvSpPr/>
          <p:nvPr userDrawn="1"/>
        </p:nvSpPr>
        <p:spPr>
          <a:xfrm>
            <a:off x="0" y="-1"/>
            <a:ext cx="12192000" cy="182562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D2D3794-17D8-47F3-8675-FFF023F061E8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6120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D96319-9872-4843-B445-2FF7052869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524" y="120838"/>
            <a:ext cx="1355051" cy="158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515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3A285-CFC3-4A43-92B1-9E7FD0E2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C5B36-61BE-441E-B592-08694D8F8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43976-63A0-4FC7-B36E-D3A119E09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889A90-B6B4-433A-B226-3B19A8A88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AD3AF-BAEA-454A-A22B-A0C585F4B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06F96-AECA-43C8-BE2F-A62B5383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B1C48-A724-4BFF-AFF9-26781482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99A48-862E-4CA6-9E86-26F0542B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7B7A3A-5E39-4847-B3DA-370B9D312233}"/>
              </a:ext>
            </a:extLst>
          </p:cNvPr>
          <p:cNvSpPr/>
          <p:nvPr userDrawn="1"/>
        </p:nvSpPr>
        <p:spPr>
          <a:xfrm>
            <a:off x="0" y="-1"/>
            <a:ext cx="12192000" cy="182562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26B6FF6A-31F9-4876-BAF0-0B768F22A30A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6120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689CD9-FF45-46AA-B6A9-6000F12CAC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524" y="120838"/>
            <a:ext cx="1355051" cy="158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381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1BB0-E684-4EFA-91EA-DEDA9C37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A7BEE4-ADF7-4045-9C85-52AF1709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87A13-A549-494C-978B-94BDFD1C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B07F0-1F40-46AC-86AA-DEBA9EE57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38B0A-14A9-4DA5-82C6-23634B317F94}"/>
              </a:ext>
            </a:extLst>
          </p:cNvPr>
          <p:cNvSpPr/>
          <p:nvPr userDrawn="1"/>
        </p:nvSpPr>
        <p:spPr>
          <a:xfrm>
            <a:off x="0" y="-1"/>
            <a:ext cx="12192000" cy="182562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223823E-C531-44E1-BC20-5DB65CCA1A65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6120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72146A-9E2B-47A3-A46D-19C8D31208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524" y="120838"/>
            <a:ext cx="1355051" cy="158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945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D8047-EED2-4D2E-AA51-08723A42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49C74E-1AEE-45CD-8F39-E1A524163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765" y="6034531"/>
            <a:ext cx="1975673" cy="68694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5C9763-C058-4545-9AB8-880AEE60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58A4AE2-FE20-49E0-9177-BF116C547E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861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0EB970-5642-4D4C-928C-32A24AC0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D8047-EED2-4D2E-AA51-08723A42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00E4F-2D91-44E3-BEE5-B3299231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527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F046E-093E-4164-BB4B-20CDB98EA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D987A-2CDD-4059-8C93-A8A072524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9750C-7979-4E0C-B01B-8C5EDFF2E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C0AF0-29E2-482F-9892-68BA045CE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5BEE7-C0DF-4BDC-A671-38404357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30AE8-9657-4CC9-8627-C0C21FA9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414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0CE6-DD96-4415-955D-AFF1419C2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6992DA-AA41-4DC8-922E-423D7F34A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5CA6C-48E7-4966-964A-39408D6B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A386C-0DA7-4038-8BA7-BBC557B3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54401-988D-4B89-8EE2-E61932B17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838CC-F1CE-4E0B-A81F-CDCD3C1E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59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45E2C-3755-4543-A315-C8C4FD90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947F7-F6E8-4CD1-A49C-1D6B8A0B1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D5B28-67F7-4B50-8EC7-84F592EE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79104-5919-4EED-831D-06F2918D5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D1EE0-C481-43B3-9CC5-03A1908EF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482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4D9FD6-6D3B-408A-B0B2-D78EF1691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AB368-FBF1-4B98-A794-08B46E4DE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378B7-A316-43BA-A13E-BB9463A9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9A6EA-01D5-4346-89D0-720E2A28F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3AF8A-791A-4CC9-A65A-9089A77E1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4AE2-FE20-49E0-9177-BF116C547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693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3EAA60-9D85-4C03-98AE-AC2D24830D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50"/>
          <a:stretch/>
        </p:blipFill>
        <p:spPr>
          <a:xfrm rot="5400000" flipH="1"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39F-D3D8-4B9E-9113-629A064D2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5400000">
            <a:off x="6015181" y="1864014"/>
            <a:ext cx="6099466" cy="312997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8A568-74AD-436C-B12C-AB529852F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5400000">
            <a:off x="3834831" y="2920388"/>
            <a:ext cx="6099468" cy="101722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35831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7F037-075B-4A6B-B870-805EFE83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12F15-304C-4772-913B-D75221382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1E629-665E-4712-AA78-00E754CDF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E8BF6-BEE1-49DA-91B1-D790FFD3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00B22-FF45-4F47-B9C6-1A102078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756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C352-8DD2-4F75-86DB-45AA3CFE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62DBA-44A2-41D1-AE2D-6292B24AA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95758-B880-4D22-8770-FA617BF7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719BD-0ECD-47F6-83BC-7830E8663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53A54-D7BF-483E-9CA7-EE31DD9A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443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04FB-D777-473D-BF13-4CF05209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EB86F-38BA-44E1-8817-CD6DD5F59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D5587-3EE2-40CC-8523-FB5E675E9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97098-F510-4E9D-AB8A-2817A882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A814E-0C1B-4783-B262-4DD089979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26C57-BE51-4ECF-82A3-EAB312875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149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64C7-B900-4D6B-B2AB-0BFDF7D71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DF7FB-AB5B-46F9-9EC4-C6F2E7A4D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E6569-FAD7-4399-8486-C5B79F918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CE4A7-D603-4B84-9AFE-144B8BA7D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2DAC2-96A2-42B1-B23C-9E0B8935F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EDA7E9-4AB8-493E-A618-19DA98B1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E4B1D-99A2-4584-978D-ABF881208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FB3DE0-6639-4B21-BD1B-2EFE68D2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131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E689-D3DE-438A-9879-41C02251E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19AF41-B2DF-4B5A-A0F5-3C32CF2A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46405-3415-4573-A3E5-C4204D36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8ED7A-E0F4-4714-928C-347EFD96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498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B67B04-CD95-453C-B34A-11313A4B5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77C05-39A8-4208-A5C6-CB71890F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B5097-D17D-4903-82CF-4DCD910C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304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ABA32-2F92-44EE-9C6C-36C9EF05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E5048-E2FB-4983-A6F6-15F919344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E07AF-EED9-4BB2-A5F0-BAFA37B4D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0B652-45B2-437E-9084-C0680D4F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BC678-672B-48D3-9C33-61E42B6E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76C44-0A23-49DA-9AB4-F317659F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211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5CCB-3E51-4AD5-9516-DD1D62900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B004D7-9BE7-4A0F-8FAA-2B10C9AA4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9A66A-8E78-478F-AA16-00300AE2E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8C4A7-C943-4F77-8941-53704C92A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D4DA9-3909-4588-94F8-47EEFDE8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AB2A8-AC09-44D4-BB4A-95245910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372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59CD-4782-4884-BF7D-B6DAD842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2C62B-7ABE-4776-B0F8-0E1904097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AC843-82D3-4F5C-B885-AFECFDBB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FF4D3-EEBA-4D10-9498-4FB6C5AE6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8421C-A9BD-49B9-B20A-39DC0D6A5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216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925917-88E8-4587-A6C9-CA3FFE856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7FCA3-4865-45D9-9877-DA2654A84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75D46-35B5-45DF-99A4-ED87A705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0BDA7-1624-46A8-BF4B-4B8EC2287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9B1C3-A653-4F36-BF26-5CDDFDA9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5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6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1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4D9DD1-1076-4E7B-8BA5-AFF9893A1E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D6AC4C-2521-4359-B347-132E07FE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F7A12-FE94-4F54-B7FB-56C5FF504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978AC-E37A-4D19-B9EC-CC2AA9B5A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F6ADF-7C69-4119-8270-3F29CE9BB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547F1-EC99-461F-8B26-CBEAB660D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478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70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50" r:id="rId3"/>
    <p:sldLayoutId id="2147483651" r:id="rId4"/>
    <p:sldLayoutId id="2147483670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4572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485900" indent="-3429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885950" indent="-2857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343150" indent="-2857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C1738C5-7A20-43B9-B0D1-6A3B038B039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D6AC4C-2521-4359-B347-132E07FE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F7A12-FE94-4F54-B7FB-56C5FF504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978AC-E37A-4D19-B9EC-CC2AA9B5A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9FF3A-1400-4C66-B29C-6B1876BC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F6ADF-7C69-4119-8270-3F29CE9BB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547F1-EC99-461F-8B26-CBEAB660D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478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B4717-7A1F-49AD-A875-835CE1206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8" r:id="rId2"/>
    <p:sldLayoutId id="2147483660" r:id="rId3"/>
    <p:sldLayoutId id="2147483661" r:id="rId4"/>
    <p:sldLayoutId id="2147483669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B41A7-0391-4512-AF23-09D131F1E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120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BB1B1-8305-4483-A47E-88BCC812B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504EB-AC0A-409D-9B07-80AA0B4D2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B90D3-06B2-49B5-89E9-70C8246DF54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52C1C-BD15-4446-810C-3E175B31F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B8713-F6D3-489D-A650-48942E45A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58A4AE2-FE20-49E0-9177-BF116C547EA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D35CD0-75E9-4571-95CD-BA9CFFF917C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524" y="120838"/>
            <a:ext cx="1355051" cy="158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7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5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4" r:id="rId9"/>
    <p:sldLayoutId id="2147483680" r:id="rId10"/>
    <p:sldLayoutId id="2147483681" r:id="rId11"/>
    <p:sldLayoutId id="2147483682" r:id="rId12"/>
    <p:sldLayoutId id="214748368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15D1A-C10D-438D-8EB7-FFC602BB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65407-E655-405C-9DCA-23F559BD7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82D3E-2BEB-436B-93BB-71A208F5F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32840-FD80-4A58-AC82-3BAA27BD18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2A8B0-09D4-459C-8FF4-E2648AD4F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2777-DF1F-4402-BF68-66F1C0E7D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47944-8C4D-433E-AD34-884D378C2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96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E8C7-4814-6A1B-90BE-1A41D060B9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4B9C9-648A-8344-2535-ABD81784AE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 Name – Date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65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94ED-0825-B83C-3F7A-20EDD43DE7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4F6CB-6F81-DE90-0521-F57619232D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 Name – Date </a:t>
            </a:r>
          </a:p>
        </p:txBody>
      </p:sp>
    </p:spTree>
    <p:extLst>
      <p:ext uri="{BB962C8B-B14F-4D97-AF65-F5344CB8AC3E}">
        <p14:creationId xmlns:p14="http://schemas.microsoft.com/office/powerpoint/2010/main" val="81467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0DB1-A4D6-D86F-8855-F25B1D28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4E3B8-8C65-C610-E7DE-8F3A30B2E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this section is about…</a:t>
            </a:r>
          </a:p>
        </p:txBody>
      </p:sp>
    </p:spTree>
    <p:extLst>
      <p:ext uri="{BB962C8B-B14F-4D97-AF65-F5344CB8AC3E}">
        <p14:creationId xmlns:p14="http://schemas.microsoft.com/office/powerpoint/2010/main" val="413235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8BE5B-C624-A2C8-C22B-252D1C13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40F0A-F8D9-8AFA-70F4-C00616E1B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this section is about…</a:t>
            </a:r>
          </a:p>
        </p:txBody>
      </p:sp>
    </p:spTree>
    <p:extLst>
      <p:ext uri="{BB962C8B-B14F-4D97-AF65-F5344CB8AC3E}">
        <p14:creationId xmlns:p14="http://schemas.microsoft.com/office/powerpoint/2010/main" val="147876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9971-C97D-B946-8ABB-BB34C685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19080-1FB1-4685-BCFA-C274FC14E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important point</a:t>
            </a:r>
          </a:p>
          <a:p>
            <a:r>
              <a:rPr lang="en-US" dirty="0"/>
              <a:t>Second important point</a:t>
            </a:r>
          </a:p>
          <a:p>
            <a:pPr lvl="1"/>
            <a:r>
              <a:rPr lang="en-US" dirty="0"/>
              <a:t>Supporting point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640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F880-D141-16D0-3D2F-1FD2945E1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4ED2E-127A-1FD7-937F-F8B3686BC4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important point</a:t>
            </a:r>
          </a:p>
          <a:p>
            <a:r>
              <a:rPr lang="en-US" dirty="0"/>
              <a:t>Second important point</a:t>
            </a:r>
          </a:p>
          <a:p>
            <a:pPr lvl="1"/>
            <a:r>
              <a:rPr lang="en-US" dirty="0"/>
              <a:t>Supporting point</a:t>
            </a:r>
          </a:p>
          <a:p>
            <a:r>
              <a:rPr lang="en-US" dirty="0"/>
              <a:t>Talk about the sample image</a:t>
            </a:r>
          </a:p>
        </p:txBody>
      </p:sp>
      <p:pic>
        <p:nvPicPr>
          <p:cNvPr id="8" name="Content Placeholder 7" descr="Sample image placeholder">
            <a:extLst>
              <a:ext uri="{FF2B5EF4-FFF2-40B4-BE49-F238E27FC236}">
                <a16:creationId xmlns:a16="http://schemas.microsoft.com/office/drawing/2014/main" id="{B7C83F9E-5B80-136F-3C4F-B3F5FA3C46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74516"/>
            <a:ext cx="5181600" cy="3453556"/>
          </a:xfrm>
        </p:spPr>
      </p:pic>
    </p:spTree>
    <p:extLst>
      <p:ext uri="{BB962C8B-B14F-4D97-AF65-F5344CB8AC3E}">
        <p14:creationId xmlns:p14="http://schemas.microsoft.com/office/powerpoint/2010/main" val="1610883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1AC2-6C36-9FCB-F3BE-83F6CB29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1A47D-D150-6822-5E1A-A8956A9A0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95F04-6AD9-5F58-D03D-C06E4560D5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makes A special</a:t>
            </a:r>
          </a:p>
          <a:p>
            <a:r>
              <a:rPr lang="en-US" dirty="0"/>
              <a:t>What makes A the same</a:t>
            </a:r>
          </a:p>
          <a:p>
            <a:r>
              <a:rPr lang="en-US" dirty="0"/>
              <a:t>What makes A different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ADA12-5825-19E2-72AE-FE4F110F0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Example B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669B02-E260-F247-1A95-8C12E53BBDD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What makes B special</a:t>
            </a:r>
          </a:p>
          <a:p>
            <a:r>
              <a:rPr lang="en-US" dirty="0"/>
              <a:t>What makes B the same</a:t>
            </a:r>
          </a:p>
          <a:p>
            <a:r>
              <a:rPr lang="en-US" dirty="0"/>
              <a:t>What makes B different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76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B2BE-1DA4-4852-5BDA-4D508364F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Slide Title is too long to fit on one line, so here you see it wrapping to take space</a:t>
            </a:r>
          </a:p>
        </p:txBody>
      </p:sp>
      <p:pic>
        <p:nvPicPr>
          <p:cNvPr id="3" name="Content Placeholder 7" descr="Sample image placeholder">
            <a:extLst>
              <a:ext uri="{FF2B5EF4-FFF2-40B4-BE49-F238E27FC236}">
                <a16:creationId xmlns:a16="http://schemas.microsoft.com/office/drawing/2014/main" id="{63FA9DAB-0CB0-5AC2-846F-D1F70165B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0" y="1835604"/>
            <a:ext cx="6089904" cy="405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95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 descr="Sample image placeholder">
            <a:extLst>
              <a:ext uri="{FF2B5EF4-FFF2-40B4-BE49-F238E27FC236}">
                <a16:creationId xmlns:a16="http://schemas.microsoft.com/office/drawing/2014/main" id="{C3E4B55A-8D21-D3EB-0677-5484D7E96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472" y="345132"/>
            <a:ext cx="8449056" cy="563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46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53039-7A7A-3938-A355-9503414E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3EA0-D379-1E02-260E-D1DFFF31A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5495A-47D7-DC01-DBA5-503AFE19AF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 Name – Date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43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71B4C-017F-83C2-7042-297B20DD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E4DE-7354-57AC-AF5C-7DC939047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B82118-4391-084F-43C8-830121977A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 Name – Date </a:t>
            </a:r>
          </a:p>
        </p:txBody>
      </p:sp>
    </p:spTree>
    <p:extLst>
      <p:ext uri="{BB962C8B-B14F-4D97-AF65-F5344CB8AC3E}">
        <p14:creationId xmlns:p14="http://schemas.microsoft.com/office/powerpoint/2010/main" val="1526639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DB3A9-4F87-F3BE-E438-53673583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B308-6CA6-21E3-D635-35FF65CB8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0D5F4-A214-23B3-7606-9B5728408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this section is about…</a:t>
            </a:r>
          </a:p>
        </p:txBody>
      </p:sp>
    </p:spTree>
    <p:extLst>
      <p:ext uri="{BB962C8B-B14F-4D97-AF65-F5344CB8AC3E}">
        <p14:creationId xmlns:p14="http://schemas.microsoft.com/office/powerpoint/2010/main" val="384908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9091-3840-DF4C-D727-66553F00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FBB4-419A-1698-315F-8A0062E4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A71B7-4887-DB3F-028A-DB067FD13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this section is about…</a:t>
            </a:r>
          </a:p>
        </p:txBody>
      </p:sp>
    </p:spTree>
    <p:extLst>
      <p:ext uri="{BB962C8B-B14F-4D97-AF65-F5344CB8AC3E}">
        <p14:creationId xmlns:p14="http://schemas.microsoft.com/office/powerpoint/2010/main" val="1169773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91CB4-A2AF-FAB1-92FE-9A2E5EBD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5890-BD86-0345-24BB-63682259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45E88-A7AE-DEB2-3111-4B72DF1D4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important point</a:t>
            </a:r>
          </a:p>
          <a:p>
            <a:r>
              <a:rPr lang="en-US" dirty="0"/>
              <a:t>Second important point</a:t>
            </a:r>
          </a:p>
          <a:p>
            <a:pPr lvl="1"/>
            <a:r>
              <a:rPr lang="en-US" dirty="0"/>
              <a:t>Supporting point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364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BC4C7-C412-38FA-5412-BDB20D44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BE63-C78B-6489-2335-1703F540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21295-CF3B-4A9C-31F3-D7CF48DA38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important point</a:t>
            </a:r>
          </a:p>
          <a:p>
            <a:r>
              <a:rPr lang="en-US" dirty="0"/>
              <a:t>Second important point</a:t>
            </a:r>
          </a:p>
          <a:p>
            <a:pPr lvl="1"/>
            <a:r>
              <a:rPr lang="en-US" dirty="0"/>
              <a:t>Supporting point</a:t>
            </a:r>
          </a:p>
          <a:p>
            <a:r>
              <a:rPr lang="en-US" dirty="0"/>
              <a:t>Talk about the sample image</a:t>
            </a:r>
          </a:p>
        </p:txBody>
      </p:sp>
      <p:pic>
        <p:nvPicPr>
          <p:cNvPr id="8" name="Content Placeholder 7" descr="Sample image placeholder">
            <a:extLst>
              <a:ext uri="{FF2B5EF4-FFF2-40B4-BE49-F238E27FC236}">
                <a16:creationId xmlns:a16="http://schemas.microsoft.com/office/drawing/2014/main" id="{D2A3A493-48E9-0BC9-1064-A02645EAEF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74516"/>
            <a:ext cx="5181600" cy="3453556"/>
          </a:xfrm>
        </p:spPr>
      </p:pic>
    </p:spTree>
    <p:extLst>
      <p:ext uri="{BB962C8B-B14F-4D97-AF65-F5344CB8AC3E}">
        <p14:creationId xmlns:p14="http://schemas.microsoft.com/office/powerpoint/2010/main" val="330932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AD26-C083-64DA-245F-F39759C1B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DE91A-351D-ADEE-15EF-F2961B16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BF3A9-8506-5CE8-E301-126F656D3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82B97-C8AE-3B17-274D-E489BA5702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makes A special</a:t>
            </a:r>
          </a:p>
          <a:p>
            <a:r>
              <a:rPr lang="en-US" dirty="0"/>
              <a:t>What makes A the same</a:t>
            </a:r>
          </a:p>
          <a:p>
            <a:r>
              <a:rPr lang="en-US" dirty="0"/>
              <a:t>What makes A different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3B08F-5952-5E33-F4F3-665764AAF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Example B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E034E-08C7-5B0C-58A9-005A530971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What makes B special</a:t>
            </a:r>
          </a:p>
          <a:p>
            <a:r>
              <a:rPr lang="en-US" dirty="0"/>
              <a:t>What makes B the same</a:t>
            </a:r>
          </a:p>
          <a:p>
            <a:r>
              <a:rPr lang="en-US" dirty="0"/>
              <a:t>What makes B different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999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35B8C-4BFA-15F8-6132-BD5D4690F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41FA-C569-2354-90EA-AF717279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Slide Title is too long to fit on one line, so here you see it wrapping to take space</a:t>
            </a:r>
          </a:p>
        </p:txBody>
      </p:sp>
      <p:pic>
        <p:nvPicPr>
          <p:cNvPr id="3" name="Content Placeholder 7" descr="Sample image placeholder">
            <a:extLst>
              <a:ext uri="{FF2B5EF4-FFF2-40B4-BE49-F238E27FC236}">
                <a16:creationId xmlns:a16="http://schemas.microsoft.com/office/drawing/2014/main" id="{FD04C9F6-A2C6-E76C-3800-3419542D9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0" y="1835604"/>
            <a:ext cx="6089904" cy="405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01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6051-2C8E-A141-4D1F-F7DD45DD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 descr="Sample image placeholder">
            <a:extLst>
              <a:ext uri="{FF2B5EF4-FFF2-40B4-BE49-F238E27FC236}">
                <a16:creationId xmlns:a16="http://schemas.microsoft.com/office/drawing/2014/main" id="{B75BF2B0-21C8-4E27-F2C7-5B6DF46E1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472" y="345132"/>
            <a:ext cx="8449056" cy="563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52388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&amp; Blue">
  <a:themeElements>
    <a:clrScheme name="AIRA Color Palette 1">
      <a:dk1>
        <a:sysClr val="windowText" lastClr="000000"/>
      </a:dk1>
      <a:lt1>
        <a:sysClr val="window" lastClr="FFFFFF"/>
      </a:lt1>
      <a:dk2>
        <a:srgbClr val="1C3C50"/>
      </a:dk2>
      <a:lt2>
        <a:srgbClr val="CCCCCB"/>
      </a:lt2>
      <a:accent1>
        <a:srgbClr val="629F44"/>
      </a:accent1>
      <a:accent2>
        <a:srgbClr val="1C3C50"/>
      </a:accent2>
      <a:accent3>
        <a:srgbClr val="8098A4"/>
      </a:accent3>
      <a:accent4>
        <a:srgbClr val="C9E2CA"/>
      </a:accent4>
      <a:accent5>
        <a:srgbClr val="ECBC0A"/>
      </a:accent5>
      <a:accent6>
        <a:srgbClr val="CCCCCB"/>
      </a:accent6>
      <a:hlink>
        <a:srgbClr val="1C3C50"/>
      </a:hlink>
      <a:folHlink>
        <a:srgbClr val="6F6E70"/>
      </a:folHlink>
    </a:clrScheme>
    <a:fontScheme name="AIRA Main">
      <a:majorFont>
        <a:latin typeface="Open Sans Ligh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 &amp; Green">
  <a:themeElements>
    <a:clrScheme name="AIRA Color Palette 1">
      <a:dk1>
        <a:sysClr val="windowText" lastClr="000000"/>
      </a:dk1>
      <a:lt1>
        <a:sysClr val="window" lastClr="FFFFFF"/>
      </a:lt1>
      <a:dk2>
        <a:srgbClr val="1C3C50"/>
      </a:dk2>
      <a:lt2>
        <a:srgbClr val="CCCCCB"/>
      </a:lt2>
      <a:accent1>
        <a:srgbClr val="629F44"/>
      </a:accent1>
      <a:accent2>
        <a:srgbClr val="1C3C50"/>
      </a:accent2>
      <a:accent3>
        <a:srgbClr val="8098A4"/>
      </a:accent3>
      <a:accent4>
        <a:srgbClr val="C9E2CA"/>
      </a:accent4>
      <a:accent5>
        <a:srgbClr val="ECBC0A"/>
      </a:accent5>
      <a:accent6>
        <a:srgbClr val="CCCCCB"/>
      </a:accent6>
      <a:hlink>
        <a:srgbClr val="1C3C50"/>
      </a:hlink>
      <a:folHlink>
        <a:srgbClr val="6F6E70"/>
      </a:folHlink>
    </a:clrScheme>
    <a:fontScheme name="AIRA Main">
      <a:majorFont>
        <a:latin typeface="Open Sans Ligh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AIRA 1">
      <a:dk1>
        <a:sysClr val="windowText" lastClr="000000"/>
      </a:dk1>
      <a:lt1>
        <a:sysClr val="window" lastClr="FFFFFF"/>
      </a:lt1>
      <a:dk2>
        <a:srgbClr val="1C3C50"/>
      </a:dk2>
      <a:lt2>
        <a:srgbClr val="CCCCCB"/>
      </a:lt2>
      <a:accent1>
        <a:srgbClr val="629F44"/>
      </a:accent1>
      <a:accent2>
        <a:srgbClr val="1C3C50"/>
      </a:accent2>
      <a:accent3>
        <a:srgbClr val="8098A4"/>
      </a:accent3>
      <a:accent4>
        <a:srgbClr val="C9E2CA"/>
      </a:accent4>
      <a:accent5>
        <a:srgbClr val="ECBC0A"/>
      </a:accent5>
      <a:accent6>
        <a:srgbClr val="F2F2F2"/>
      </a:accent6>
      <a:hlink>
        <a:srgbClr val="629F44"/>
      </a:hlink>
      <a:folHlink>
        <a:srgbClr val="629F44"/>
      </a:folHlink>
    </a:clrScheme>
    <a:fontScheme name="AIRA Fonts">
      <a:majorFont>
        <a:latin typeface="Open Sans Ligh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AIRA Main Style">
      <a:dk1>
        <a:sysClr val="windowText" lastClr="000000"/>
      </a:dk1>
      <a:lt1>
        <a:sysClr val="window" lastClr="FFFFFF"/>
      </a:lt1>
      <a:dk2>
        <a:srgbClr val="1C3C50"/>
      </a:dk2>
      <a:lt2>
        <a:srgbClr val="CCCCCB"/>
      </a:lt2>
      <a:accent1>
        <a:srgbClr val="629F44"/>
      </a:accent1>
      <a:accent2>
        <a:srgbClr val="1C3C50"/>
      </a:accent2>
      <a:accent3>
        <a:srgbClr val="8098A4"/>
      </a:accent3>
      <a:accent4>
        <a:srgbClr val="C9E2CA"/>
      </a:accent4>
      <a:accent5>
        <a:srgbClr val="ECBC0A"/>
      </a:accent5>
      <a:accent6>
        <a:srgbClr val="F2F2F2"/>
      </a:accent6>
      <a:hlink>
        <a:srgbClr val="629F44"/>
      </a:hlink>
      <a:folHlink>
        <a:srgbClr val="629F44"/>
      </a:folHlink>
    </a:clrScheme>
    <a:fontScheme name="AIRA Main Style">
      <a:majorFont>
        <a:latin typeface="Open Sans Ligh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3371</TotalTime>
  <Words>240</Words>
  <Application>Microsoft Office PowerPoint</Application>
  <PresentationFormat>Widescreen</PresentationFormat>
  <Paragraphs>58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Open Sans Light</vt:lpstr>
      <vt:lpstr>Open Sans</vt:lpstr>
      <vt:lpstr>Calibri</vt:lpstr>
      <vt:lpstr>White &amp; Blue</vt:lpstr>
      <vt:lpstr>White &amp; Green</vt:lpstr>
      <vt:lpstr>Custom Design</vt:lpstr>
      <vt:lpstr>1_Custom Design</vt:lpstr>
      <vt:lpstr>Example Slide Title</vt:lpstr>
      <vt:lpstr>Example Slide Title</vt:lpstr>
      <vt:lpstr>Example Section Title</vt:lpstr>
      <vt:lpstr>Section Title</vt:lpstr>
      <vt:lpstr>Slide Title</vt:lpstr>
      <vt:lpstr>Slide Title</vt:lpstr>
      <vt:lpstr>Slide Title</vt:lpstr>
      <vt:lpstr>Slide Title is too long to fit on one line, so here you see it wrapping to take space</vt:lpstr>
      <vt:lpstr>PowerPoint Presentation</vt:lpstr>
      <vt:lpstr>Example Slide Title</vt:lpstr>
      <vt:lpstr>Example Slide Title</vt:lpstr>
      <vt:lpstr>Example Section Title</vt:lpstr>
      <vt:lpstr>Section Title</vt:lpstr>
      <vt:lpstr>Slide Title</vt:lpstr>
      <vt:lpstr>Slide Title</vt:lpstr>
      <vt:lpstr>Slide Title</vt:lpstr>
      <vt:lpstr>Slide Title is too long to fit on one line, so here you see it wrapping to take space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54</cp:revision>
  <dcterms:created xsi:type="dcterms:W3CDTF">2018-02-21T21:22:59Z</dcterms:created>
  <dcterms:modified xsi:type="dcterms:W3CDTF">2026-10-26T18:51:44Z</dcterms:modified>
</cp:coreProperties>
</file>